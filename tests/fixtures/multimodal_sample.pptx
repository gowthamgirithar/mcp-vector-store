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Multimodal Sample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sample paragraph of narrative text used to exercise text extraction in the multimodal document embedding tool.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ampl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